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601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340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626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716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1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73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57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8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86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0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944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7824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076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530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673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35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467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C8CD3-46FB-4B27-9BAC-A1B08CFA18A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D597B-45C8-4A47-9748-C65E1E6B18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245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A5C6A-A254-42DB-9473-0DEF509E7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0588" y="2877944"/>
            <a:ext cx="9144000" cy="2387600"/>
          </a:xfrm>
        </p:spPr>
        <p:txBody>
          <a:bodyPr>
            <a:normAutofit fontScale="90000"/>
          </a:bodyPr>
          <a:lstStyle/>
          <a:p>
            <a:pPr marL="899160" indent="449580"/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ГБПУ МО Физико-Технический колледж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Тема</a:t>
            </a:r>
            <a:r>
              <a:rPr lang="en-US" sz="3600" dirty="0">
                <a:effectLst/>
                <a:latin typeface="Noto Sans Georgian Bold" pitchFamily="2" charset="0"/>
                <a:ea typeface="Times New Roman" panose="02020603050405020304" pitchFamily="18" charset="0"/>
              </a:rPr>
              <a:t>:</a:t>
            </a:r>
            <a:r>
              <a:rPr lang="ru-RU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dirty="0">
                <a:latin typeface="Noto Sans Georgian Bold" pitchFamily="2" charset="0"/>
                <a:ea typeface="Times New Roman" panose="02020603050405020304" pitchFamily="18" charset="0"/>
              </a:rPr>
              <a:t>“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программного приложения</a:t>
            </a:r>
            <a:b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графическим интерфейсом «Крот-Охотник»</a:t>
            </a:r>
            <a:r>
              <a:rPr lang="en-US" sz="3600" dirty="0">
                <a:effectLst/>
                <a:latin typeface="Noto Sans Georgian Bold" pitchFamily="2" charset="0"/>
                <a:ea typeface="Times New Roman" panose="02020603050405020304" pitchFamily="18" charset="0"/>
              </a:rPr>
              <a:t>”</a:t>
            </a:r>
            <a:br>
              <a:rPr lang="en-US" sz="3600" dirty="0">
                <a:effectLst/>
                <a:latin typeface="Noto Sans Georgian Bold" pitchFamily="2" charset="0"/>
                <a:ea typeface="Times New Roman" panose="02020603050405020304" pitchFamily="18" charset="0"/>
              </a:rPr>
            </a:b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 дисциплине: 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 03. Основы алгоритмизации и программирование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082DA4-3C3F-47F7-B2CE-E9A339A76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9129" y="4892955"/>
            <a:ext cx="6149788" cy="1655762"/>
          </a:xfrm>
        </p:spPr>
        <p:txBody>
          <a:bodyPr>
            <a:normAutofit fontScale="70000" lnSpcReduction="20000"/>
          </a:bodyPr>
          <a:lstStyle/>
          <a:p>
            <a:pPr marL="3147060" algn="l"/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Выполнил: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 2 курса группы: ИБ-41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147060" algn="l"/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ФИО: Рудый Вячеслав Андреевич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147060" algn="l"/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Преподаватель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sz="18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Липатникова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Надежда Михайловна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BE91E-FB72-4615-BA96-1784A4556372}"/>
              </a:ext>
            </a:extLst>
          </p:cNvPr>
          <p:cNvSpPr txBox="1"/>
          <p:nvPr/>
        </p:nvSpPr>
        <p:spPr>
          <a:xfrm flipH="1">
            <a:off x="5029199" y="6424101"/>
            <a:ext cx="2572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Долгопрудный 2026</a:t>
            </a:r>
          </a:p>
        </p:txBody>
      </p:sp>
    </p:spTree>
    <p:extLst>
      <p:ext uri="{BB962C8B-B14F-4D97-AF65-F5344CB8AC3E}">
        <p14:creationId xmlns:p14="http://schemas.microsoft.com/office/powerpoint/2010/main" val="389271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0AFCD-6C8C-4A18-9643-B783FC5FD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177" y="618518"/>
            <a:ext cx="9905998" cy="1478570"/>
          </a:xfrm>
        </p:spPr>
        <p:txBody>
          <a:bodyPr/>
          <a:lstStyle/>
          <a:p>
            <a:pPr algn="ctr"/>
            <a:r>
              <a:rPr lang="ru-RU" dirty="0">
                <a:effectLst/>
                <a:latin typeface="quote-cjk-patch"/>
              </a:rPr>
              <a:t>Проблема, цель и задачи проекта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1B0FD5-1158-4699-A56B-358FD79F8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825" y="1558212"/>
            <a:ext cx="10114350" cy="4681270"/>
          </a:xfrm>
        </p:spPr>
        <p:txBody>
          <a:bodyPr>
            <a:normAutofit fontScale="6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3300" b="1" i="0" dirty="0">
                <a:solidFill>
                  <a:srgbClr val="0F1115"/>
                </a:solidFill>
                <a:effectLst/>
                <a:latin typeface="quote-cjk-patch"/>
              </a:rPr>
              <a:t>Проблема / Актуальность (из п.4 Анализа):</a:t>
            </a:r>
            <a:r>
              <a:rPr lang="ru-RU" sz="3300" b="0" i="0" dirty="0">
                <a:solidFill>
                  <a:srgbClr val="0F1115"/>
                </a:solidFill>
                <a:effectLst/>
                <a:latin typeface="quote-cjk-patch"/>
              </a:rPr>
              <a:t> Игровые обучающие программы помогают развивать логическое мышление и внимание. На примере простой игры удобно изучать основы создания интерактивных приложений. </a:t>
            </a:r>
            <a:r>
              <a:rPr lang="ru-RU" sz="3300" b="0" i="1" dirty="0">
                <a:solidFill>
                  <a:srgbClr val="0F1115"/>
                </a:solidFill>
                <a:effectLst/>
                <a:latin typeface="quote-cjk-patch"/>
              </a:rPr>
              <a:t>(Коротко и ясно)</a:t>
            </a:r>
            <a:r>
              <a:rPr lang="ru-RU" sz="33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300" b="1" i="0" dirty="0">
                <a:solidFill>
                  <a:srgbClr val="0F1115"/>
                </a:solidFill>
                <a:effectLst/>
                <a:latin typeface="quote-cjk-patch"/>
              </a:rPr>
              <a:t>Цель (из п.2 Назначение):</a:t>
            </a:r>
            <a:r>
              <a:rPr lang="ru-RU" sz="3300" b="0" i="0" dirty="0">
                <a:solidFill>
                  <a:srgbClr val="0F1115"/>
                </a:solidFill>
                <a:effectLst/>
                <a:latin typeface="quote-cjk-patch"/>
              </a:rPr>
              <a:t> Создание программного продукта, демонстрирующего принципы разработки интерактивных приложений с графическим интерфейсом.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300" b="1" i="0" dirty="0">
                <a:solidFill>
                  <a:srgbClr val="0F1115"/>
                </a:solidFill>
                <a:effectLst/>
                <a:latin typeface="quote-cjk-patch"/>
              </a:rPr>
              <a:t>Задачи (из п.3 Постановка задачи):</a:t>
            </a:r>
            <a:r>
              <a:rPr lang="ru-RU" sz="3300" b="0" i="0" dirty="0">
                <a:solidFill>
                  <a:srgbClr val="0F1115"/>
                </a:solidFill>
                <a:effectLst/>
                <a:latin typeface="quote-cjk-patch"/>
              </a:rPr>
              <a:t> Вынесите основные задачи списком (4-5 пунктов):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3300" b="0" i="0" dirty="0">
                <a:solidFill>
                  <a:srgbClr val="0F1115"/>
                </a:solidFill>
                <a:effectLst/>
                <a:latin typeface="quote-cjk-patch"/>
              </a:rPr>
              <a:t>Разработать структуру приложения и главное меню.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3300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игровой алгоритм с системой уровней и жизней.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3300" b="0" i="0" dirty="0">
                <a:solidFill>
                  <a:srgbClr val="0F1115"/>
                </a:solidFill>
                <a:effectLst/>
                <a:latin typeface="quote-cjk-patch"/>
              </a:rPr>
              <a:t>Обеспечить сохранение результатов в файл.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3300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отображение итогов игры.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525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CEF65-0705-4A96-848F-2E29EBCCB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719" y="534542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dirty="0">
                <a:effectLst/>
              </a:rPr>
              <a:t>Use Case </a:t>
            </a:r>
            <a:r>
              <a:rPr lang="ru-RU" dirty="0">
                <a:effectLst/>
              </a:rPr>
              <a:t>диаграмма </a:t>
            </a:r>
            <a:br>
              <a:rPr lang="ru-RU" dirty="0">
                <a:effectLst/>
              </a:rPr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F455D00-F4B8-4BA0-B2A7-A864AFA70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057" y="1650007"/>
            <a:ext cx="8787886" cy="3799071"/>
          </a:xfrm>
        </p:spPr>
      </p:pic>
    </p:spTree>
    <p:extLst>
      <p:ext uri="{BB962C8B-B14F-4D97-AF65-F5344CB8AC3E}">
        <p14:creationId xmlns:p14="http://schemas.microsoft.com/office/powerpoint/2010/main" val="123627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C0708-383A-4CF5-8C04-DD85EDC9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964" y="439041"/>
            <a:ext cx="9905998" cy="1478570"/>
          </a:xfrm>
        </p:spPr>
        <p:txBody>
          <a:bodyPr/>
          <a:lstStyle/>
          <a:p>
            <a:pPr algn="ctr"/>
            <a:r>
              <a:rPr lang="ru-RU" dirty="0">
                <a:effectLst/>
              </a:rPr>
              <a:t>Блок-схема</a:t>
            </a:r>
            <a:br>
              <a:rPr lang="ru-RU" b="1" dirty="0">
                <a:effectLst/>
                <a:latin typeface="quote-cjk-patch"/>
              </a:rPr>
            </a:b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917D7A75-341B-4BDF-9617-EEEEDF6F7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29" y="1877270"/>
            <a:ext cx="5123927" cy="290896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86AF29-C2BC-4C68-A274-8EB0852565CB}"/>
              </a:ext>
            </a:extLst>
          </p:cNvPr>
          <p:cNvSpPr txBox="1"/>
          <p:nvPr/>
        </p:nvSpPr>
        <p:spPr>
          <a:xfrm>
            <a:off x="6611470" y="1917611"/>
            <a:ext cx="527572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Программа начинает работу с ввода имени. Затем запускается игровой цикл: пока есть жизни, мы генерируем уровень и ждем нажатия игрока. Если игрок угадал — уровень повышается, если нет — жизни уменьшаются. Когда жизни кончаются или уровни проходятся, игра завершается и показывается итог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5983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864A0-8D5A-407E-B700-4C31621C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703" y="211182"/>
            <a:ext cx="9905998" cy="1478570"/>
          </a:xfrm>
        </p:spPr>
        <p:txBody>
          <a:bodyPr/>
          <a:lstStyle/>
          <a:p>
            <a:pPr algn="ctr"/>
            <a:r>
              <a:rPr lang="ru-RU" b="1" i="0" dirty="0">
                <a:solidFill>
                  <a:srgbClr val="1F2328"/>
                </a:solidFill>
                <a:effectLst/>
                <a:latin typeface="-apple-system"/>
              </a:rPr>
              <a:t>Скриншоты</a:t>
            </a:r>
            <a:endParaRPr lang="ru-RU" dirty="0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8BC58C3A-068A-4E39-B405-5B4D36E6B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57" y="1520890"/>
            <a:ext cx="3592600" cy="4162708"/>
          </a:xfr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B4024D2-3305-41EF-94DE-82A35B4CA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593" y="1520890"/>
            <a:ext cx="3667832" cy="34309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8F69725-458D-47F5-9A1B-A11A34E882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161" y="1520890"/>
            <a:ext cx="3030574" cy="401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7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26296F-BCB5-4D28-B6D2-DB12FB17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Логирование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B028AF6-64DE-4E83-A787-7ABA668E7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377" y="2097088"/>
            <a:ext cx="8784335" cy="3637264"/>
          </a:xfrm>
        </p:spPr>
      </p:pic>
    </p:spTree>
    <p:extLst>
      <p:ext uri="{BB962C8B-B14F-4D97-AF65-F5344CB8AC3E}">
        <p14:creationId xmlns:p14="http://schemas.microsoft.com/office/powerpoint/2010/main" val="105724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1DE35-52D9-4DA9-B91A-C7A8EF7F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57153"/>
            <a:ext cx="9905998" cy="1478570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0F1115"/>
                </a:solidFill>
                <a:effectLst/>
                <a:latin typeface="quote-cjk-patch"/>
              </a:rPr>
              <a:t>Заключение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BB083C-2C4F-41C7-9CF5-88404ABAF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47" y="1353670"/>
            <a:ext cx="10617105" cy="5351930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ru-RU" sz="5800" b="1" i="0" dirty="0">
                <a:solidFill>
                  <a:srgbClr val="0F1115"/>
                </a:solidFill>
                <a:effectLst/>
                <a:latin typeface="quote-cjk-patch"/>
              </a:rPr>
              <a:t>Итог:</a:t>
            </a:r>
            <a:b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  <a:t>✓ Приложение «Крот-Охотник» разработано и функционирует</a:t>
            </a:r>
            <a:b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  <a:t>✓ Все требования задания выполнены</a:t>
            </a:r>
            <a:b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  <a:t>✓ Интерфейс понятен, логирование автоматическое</a:t>
            </a:r>
          </a:p>
          <a:p>
            <a:pPr algn="l"/>
            <a:r>
              <a:rPr lang="ru-RU" sz="5800" b="1" i="0" dirty="0">
                <a:solidFill>
                  <a:srgbClr val="0F1115"/>
                </a:solidFill>
                <a:effectLst/>
                <a:latin typeface="quote-cjk-patch"/>
              </a:rPr>
              <a:t>Приобретённые навыки:</a:t>
            </a:r>
            <a:b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  <a:t>• Алгоритмизация и проектирование</a:t>
            </a:r>
            <a:b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  <a:t>• Программирование GUI на Python</a:t>
            </a:r>
            <a:b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  <a:t>• Работа с файловой системой</a:t>
            </a:r>
            <a:b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  <a:t>• Тестирование и отладка кода</a:t>
            </a:r>
          </a:p>
          <a:p>
            <a:pPr algn="l"/>
            <a:r>
              <a:rPr lang="ru-RU" sz="5800" b="1" i="0" dirty="0">
                <a:solidFill>
                  <a:srgbClr val="0F1115"/>
                </a:solidFill>
                <a:effectLst/>
                <a:latin typeface="quote-cjk-patch"/>
              </a:rPr>
              <a:t>Перспективы:</a:t>
            </a:r>
            <a:b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  <a:t>→ Усложнение игровой механики</a:t>
            </a:r>
            <a:b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  <a:t>→ Добавление графики и звука</a:t>
            </a:r>
            <a:b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5800" b="0" i="0" dirty="0">
                <a:solidFill>
                  <a:srgbClr val="0F1115"/>
                </a:solidFill>
                <a:effectLst/>
                <a:latin typeface="quote-cjk-patch"/>
              </a:rPr>
              <a:t>→ Публикация проекта в открытом доступе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44923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75</TotalTime>
  <Words>300</Words>
  <Application>Microsoft Office PowerPoint</Application>
  <PresentationFormat>Широкоэкранный</PresentationFormat>
  <Paragraphs>23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-apple-system</vt:lpstr>
      <vt:lpstr>Arial</vt:lpstr>
      <vt:lpstr>Noto Sans Georgian Bold</vt:lpstr>
      <vt:lpstr>quote-cjk-patch</vt:lpstr>
      <vt:lpstr>Times New Roman</vt:lpstr>
      <vt:lpstr>Tw Cen MT</vt:lpstr>
      <vt:lpstr>Контур</vt:lpstr>
      <vt:lpstr>                                ГБПУ МО Физико-Технический колледж        Тема: “Разработка программного приложения с графическим интерфейсом «Крот-Охотник»”  По дисциплине:  ОП 03. Основы алгоритмизации и программирование </vt:lpstr>
      <vt:lpstr>Проблема, цель и задачи проекта </vt:lpstr>
      <vt:lpstr> Use Case диаграмма  </vt:lpstr>
      <vt:lpstr>Блок-схема </vt:lpstr>
      <vt:lpstr>Скриншоты</vt:lpstr>
      <vt:lpstr>Логирование</vt:lpstr>
      <vt:lpstr>Заключение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ГБПУ МО Физико-Технический колледж        Тема: “Разработка программного приложения с графическим интерфейсом «Крот-Охотник»”  По дисциплине:            ОП 03. Основы алгоритмизации и программирование</dc:title>
  <dc:creator>Слава ру</dc:creator>
  <cp:lastModifiedBy>Слава ру</cp:lastModifiedBy>
  <cp:revision>7</cp:revision>
  <dcterms:created xsi:type="dcterms:W3CDTF">2026-03-13T22:03:31Z</dcterms:created>
  <dcterms:modified xsi:type="dcterms:W3CDTF">2026-03-13T23:18:45Z</dcterms:modified>
</cp:coreProperties>
</file>